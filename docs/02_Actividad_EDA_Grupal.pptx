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Actividad Grupal: EDA mínimo reproducible sobre CSV propio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Objetivos, indicaciones claras y criterios de evaluación</a:t>
            </a:r>
          </a:p>
          <a:p>
            <a:r>
              <a:t>(Manteniendo exactamente la información solicitada)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Aplicar un Análisis Exploratorio de Datos (EDA) con Python sobre un archivo CSV elegido por el grupo.</a:t>
            </a:r>
          </a:p>
          <a:p>
            <a:pPr/>
            <a:r>
              <a:t>Verificar carga correcta, calidad de columnas, estadísticos básicos y distribución de la variable objetivo.</a:t>
            </a:r>
          </a:p>
          <a:p>
            <a:pPr/>
            <a:r>
              <a:t>Registrar hallazgos que condicionen el preprocesamiento y la evaluación del futuro modelo.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de aprendizaje específicos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Cargar correctamente un CSV validando ruta, separador y encoding.</a:t>
            </a:r>
          </a:p>
          <a:p>
            <a:pPr/>
            <a:r>
              <a:t>2) Caracterizar columnas: tipo, faltantes (%), cardinalidad y posibles binarias mal tipificadas.</a:t>
            </a:r>
          </a:p>
          <a:p>
            <a:pPr/>
            <a:r>
              <a:t>3) Obtener descriptivos de variables numéricas y top-k categorías en variables no numéricas.</a:t>
            </a:r>
          </a:p>
          <a:p>
            <a:pPr/>
            <a:r>
              <a:t>4) Explorar la distribución de la variable objetivo e identificar desbalance (imbalance ratio).</a:t>
            </a:r>
          </a:p>
          <a:p>
            <a:pPr/>
            <a:r>
              <a:t>5) Documentar al menos 3 hallazgos que afecten el preprocesamiento o las métricas.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Organización y materiales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Trabajo: en los grupos ya definidos.</a:t>
            </a:r>
          </a:p>
          <a:p>
            <a:pPr/>
            <a:r>
              <a:t>Dataset: cada grupo usa un CSV propio (propuesto por ellos).</a:t>
            </a:r>
          </a:p>
          <a:p>
            <a:pPr/>
            <a:r>
              <a:t>Herramientas: pandas, numpy, matplotlib.pyplot, pathlib.Path.</a:t>
            </a:r>
          </a:p>
          <a:p>
            <a:pPr/>
            <a:r>
              <a:t>Estructura de carpetas sugerida (opcional): data/, src/, outputs/.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Instrucciones (1): Carga robusta del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Verificar existencia de archivo con Path.exists().</a:t>
            </a:r>
          </a:p>
          <a:p>
            <a:pPr/>
            <a:r>
              <a:t>Probar encodings comunes (utf-8, latin-1) y separador correcto (, o ;).</a:t>
            </a:r>
          </a:p>
          <a:p>
            <a:pPr/>
            <a:r>
              <a:t>Mostrar filas iniciales y dtypes.</a:t>
            </a:r>
          </a:p>
          <a:p>
            <a:pPr/>
            <a:r>
              <a:t>Evidencia: ruta, separador, encoding, len(df) y df.shape.</a:t>
            </a:r>
          </a:p>
          <a:p>
            <a:pPr/>
            <a:r>
              <a:t>¿Por qué?: Evita fallos de lectura y tipos mal inferidos, asegurando base confiable.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Instrucciones (2): Resumen de calidad de columnas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Construir tabla: dtype, n_missing, % missing, n_unique, maybe_binary_text.</a:t>
            </a:r>
          </a:p>
          <a:p>
            <a:pPr/>
            <a:r>
              <a:t>Ordenar por % missing (desc) y cardinalidad (asc).</a:t>
            </a:r>
          </a:p>
          <a:p>
            <a:pPr/>
            <a:r>
              <a:t>Evidencia: Top 10 columnas con mayor % faltantes + comentario de imputación/descarte.</a:t>
            </a:r>
          </a:p>
          <a:p>
            <a:pPr/>
            <a:r>
              <a:t>¿Por qué?: Dimensiona calidad, esfuerzo de limpieza y riesgos de sesgo por faltantes.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Instrucciones (3): Descriptivos y categorías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Numéricas: describe().T (media, desvío, percentiles).</a:t>
            </a:r>
          </a:p>
          <a:p>
            <a:pPr/>
            <a:r>
              <a:t>Categóricas: Top-10 categorías por columna (3–5 columnas representativas).</a:t>
            </a:r>
          </a:p>
          <a:p>
            <a:pPr/>
            <a:r>
              <a:t>Evidencia: variables con asimetrías, cardinalidad extrema o categorías "basura".</a:t>
            </a:r>
          </a:p>
          <a:p>
            <a:pPr/>
            <a:r>
              <a:t>¿Por qué?: Anticipa normalizaciones, recodificaciones y reduce ruido previo al modelado.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Instrucciones (4): Variable objetivo y desbalance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Definir la columna objetivo (si es tarea supervisada).</a:t>
            </a:r>
          </a:p>
          <a:p>
            <a:pPr/>
            <a:r>
              <a:t>Calcular conteos, proporciones e imbalance ratio (IR); graficar barras.</a:t>
            </a:r>
          </a:p>
          <a:p>
            <a:pPr/>
            <a:r>
              <a:t>Si IR ≥ 1.5: usar estratificación en split, F1/AUC, class_weight o remuestreo.</a:t>
            </a:r>
          </a:p>
          <a:p>
            <a:pPr/>
            <a:r>
              <a:t>Evidencia: gráfico + decisión preliminar de métrica/estrategia.</a:t>
            </a:r>
          </a:p>
          <a:p>
            <a:pPr/>
            <a:r>
              <a:t>¿Por qué?: El desbalance condiciona métricas y estrategias de entrenamiento/validación.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Instrucciones (5): Gráficos numéricos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Generar histogramas de variables numéricas.</a:t>
            </a:r>
          </a:p>
          <a:p>
            <a:pPr/>
            <a:r>
              <a:t>Generar boxplots horizontales para detectar outliers.</a:t>
            </a:r>
          </a:p>
          <a:p>
            <a:pPr/>
            <a:r>
              <a:t>Evidencia: capturas/figuras + nota sobre colas, asimetrías y outliers relevantes.</a:t>
            </a:r>
          </a:p>
          <a:p>
            <a:pPr/>
            <a:r>
              <a:t>¿Por qué?: Revela patrones y extremos que no se ven solo con tablas.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Instrucciones (6): EDA mínimo todo-en-uno (recomendado)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Consolidar lo anterior en una función de reporte EDA (p. ej., eda_minimo(df, objetivo, max_cats)).</a:t>
            </a:r>
          </a:p>
          <a:p>
            <a:pPr/>
            <a:r>
              <a:t>Debe imprimir: resumen, descriptivos, distribución del objetivo y top de categorías.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Entregables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Informe (2–3 páginas): descripción del CSV, tabla de calidad, descriptivos y tops, distribución del objetivo (IR + métrica) y 3 hallazgos.</a:t>
            </a:r>
          </a:p>
          <a:p>
            <a:pPr/>
            <a:r>
              <a:t>2) Carpeta outputs/ con imágenes (histogramas, boxplots, barras de objetivo).</a:t>
            </a:r>
          </a:p>
          <a:p>
            <a:pPr/>
            <a:r>
              <a:t>3) Script/notebook con el código ejecutado (comentado).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Criterios de evaluación (rúbrica sintética)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Carga robusta (20%): ruta/sep/encoding + head() y dtypes.</a:t>
            </a:r>
          </a:p>
          <a:p>
            <a:pPr/>
            <a:r>
              <a:t>• Calidad de columnas (25%): tabla completa y análisis (faltantes, cardinalidad, binaria textual).</a:t>
            </a:r>
          </a:p>
          <a:p>
            <a:pPr/>
            <a:r>
              <a:t>• Descriptivos y categorías (20%): correctos e interpretados.</a:t>
            </a:r>
          </a:p>
          <a:p>
            <a:pPr/>
            <a:r>
              <a:t>• Objetivo y desbalance (20%): IR, gráfico y decisión de métrica/estrategia justificada.</a:t>
            </a:r>
          </a:p>
          <a:p>
            <a:pPr/>
            <a:r>
              <a:t>• Claridad del informe (15%): 3 hallazgos fundamentados y trazables.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 antes de entregar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 ] CSV cargado sin errores (ruta/encoding/sep correctos).</a:t>
            </a:r>
          </a:p>
          <a:p>
            <a:pPr/>
            <a:r>
              <a:t>[ ] Tabla de tipos, faltantes (%) y cardinalidad generada.</a:t>
            </a:r>
          </a:p>
          <a:p>
            <a:pPr/>
            <a:r>
              <a:t>[ ] describe() numérico y top-categorías (si aplica).</a:t>
            </a:r>
          </a:p>
          <a:p>
            <a:pPr/>
            <a:r>
              <a:t>[ ] Distribución del objetivo + nota sobre desbalance.</a:t>
            </a:r>
          </a:p>
          <a:p>
            <a:pPr/>
            <a:r>
              <a:t>[ ] 3 hallazgos que condicionan modelado (bitácora).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Reglas de trabajo con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Asegurar que el CSV no contenga datos personales sensibles o que esté anonimizado.</a:t>
            </a:r>
          </a:p>
          <a:p>
            <a:pPr/>
            <a:r>
              <a:t>Si el dataset es público, citar la fuente en el informe.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